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3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0287" y="2053663"/>
            <a:ext cx="1095117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spc="207" kern="0" dirty="0">
                <a:solidFill>
                  <a:srgbClr val="FEC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BYSTANDER STUDIO · 2026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810287" y="2470878"/>
            <a:ext cx="10951171" cy="842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36" b="1" dirty="0">
                <a:solidFill>
                  <a:srgbClr val="FECF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cheese.</a:t>
            </a:r>
            <a:endParaRPr lang="en-US" sz="6336" dirty="0"/>
          </a:p>
        </p:txBody>
      </p:sp>
      <p:sp>
        <p:nvSpPr>
          <p:cNvPr id="4" name="Text 2"/>
          <p:cNvSpPr/>
          <p:nvPr/>
        </p:nvSpPr>
        <p:spPr>
          <a:xfrm>
            <a:off x="810287" y="3470507"/>
            <a:ext cx="5127139" cy="1025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8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 photobooth that captures the moment and prints a keepsake polaroid strip — no app, no upload, nothing ever leaves your device.</a:t>
            </a:r>
            <a:endParaRPr lang="en-US" sz="1728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5037" y="4039857"/>
            <a:ext cx="2667000" cy="2667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340905"/>
            <a:ext cx="11576183" cy="170656"/>
          </a:xfrm>
          <a:prstGeom prst="rect">
            <a:avLst/>
          </a:prstGeom>
          <a:solidFill>
            <a:srgbClr val="FECF0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0287" y="1820830"/>
            <a:ext cx="1095117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spc="184" kern="0" dirty="0">
                <a:solidFill>
                  <a:srgbClr val="4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WHY A BOOTH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810287" y="2189262"/>
            <a:ext cx="8203388" cy="1011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48" b="1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MOMENTS HAPPEN IN FOURS.</a:t>
            </a:r>
            <a:endParaRPr lang="en-US" sz="3648" dirty="0"/>
          </a:p>
        </p:txBody>
      </p:sp>
      <p:sp>
        <p:nvSpPr>
          <p:cNvPr id="4" name="Text 2"/>
          <p:cNvSpPr/>
          <p:nvPr/>
        </p:nvSpPr>
        <p:spPr>
          <a:xfrm>
            <a:off x="810287" y="3406014"/>
            <a:ext cx="6357571" cy="1322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32" dirty="0">
                <a:solidFill>
                  <a:srgbClr val="4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selfies are clumsy, photo apps want your data, and "real" booths only live at weddings. Bystander Studio puts the whole booth — countdown, flash, filters, and a printable strip — right in the browser tab you already have open.</a:t>
            </a:r>
            <a:endParaRPr lang="en-US" sz="16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0287" y="1842989"/>
            <a:ext cx="1095117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spc="184" kern="0" dirty="0">
                <a:solidFill>
                  <a:srgbClr val="4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HOW IT WORKS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810287" y="2187112"/>
            <a:ext cx="10951171" cy="52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48" b="1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TAPS TO A KEEPSAKE</a:t>
            </a:r>
            <a:endParaRPr lang="en-US" sz="3648" dirty="0"/>
          </a:p>
        </p:txBody>
      </p:sp>
      <p:sp>
        <p:nvSpPr>
          <p:cNvPr id="4" name="Text 2"/>
          <p:cNvSpPr/>
          <p:nvPr/>
        </p:nvSpPr>
        <p:spPr>
          <a:xfrm>
            <a:off x="810287" y="3039235"/>
            <a:ext cx="3471582" cy="403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80" dirty="0">
                <a:solidFill>
                  <a:srgbClr val="FECF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810287" y="3478113"/>
            <a:ext cx="34715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24" b="1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a pose</a:t>
            </a:r>
            <a:endParaRPr lang="en-US" sz="1824" dirty="0"/>
          </a:p>
        </p:txBody>
      </p:sp>
      <p:sp>
        <p:nvSpPr>
          <p:cNvPr id="6" name="Text 4"/>
          <p:cNvSpPr/>
          <p:nvPr/>
        </p:nvSpPr>
        <p:spPr>
          <a:xfrm>
            <a:off x="810287" y="3900454"/>
            <a:ext cx="3250663" cy="806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44" dirty="0">
                <a:solidFill>
                  <a:srgbClr val="4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countdown, and the booth auto-snaps three shots with a quick flash between poses.</a:t>
            </a:r>
            <a:endParaRPr lang="en-US" sz="1344" dirty="0"/>
          </a:p>
        </p:txBody>
      </p:sp>
      <p:sp>
        <p:nvSpPr>
          <p:cNvPr id="7" name="Text 5"/>
          <p:cNvSpPr/>
          <p:nvPr/>
        </p:nvSpPr>
        <p:spPr>
          <a:xfrm>
            <a:off x="4210017" y="3039235"/>
            <a:ext cx="3471582" cy="403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80" dirty="0">
                <a:solidFill>
                  <a:srgbClr val="FECF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4210017" y="3478113"/>
            <a:ext cx="34715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24" b="1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mood</a:t>
            </a:r>
            <a:endParaRPr lang="en-US" sz="1824" dirty="0"/>
          </a:p>
        </p:txBody>
      </p:sp>
      <p:sp>
        <p:nvSpPr>
          <p:cNvPr id="9" name="Text 7"/>
          <p:cNvSpPr/>
          <p:nvPr/>
        </p:nvSpPr>
        <p:spPr>
          <a:xfrm>
            <a:off x="4210017" y="3900454"/>
            <a:ext cx="3250663" cy="550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44" dirty="0">
                <a:solidFill>
                  <a:srgbClr val="4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live filters — B&amp;W to Vivid — re-apply to all three shots instantly.</a:t>
            </a:r>
            <a:endParaRPr lang="en-US" sz="1344" dirty="0"/>
          </a:p>
        </p:txBody>
      </p:sp>
      <p:sp>
        <p:nvSpPr>
          <p:cNvPr id="10" name="Text 8"/>
          <p:cNvSpPr/>
          <p:nvPr/>
        </p:nvSpPr>
        <p:spPr>
          <a:xfrm>
            <a:off x="7609748" y="3039235"/>
            <a:ext cx="3471763" cy="403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80" dirty="0">
                <a:solidFill>
                  <a:srgbClr val="FECF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80" dirty="0"/>
          </a:p>
        </p:txBody>
      </p:sp>
      <p:sp>
        <p:nvSpPr>
          <p:cNvPr id="11" name="Text 9"/>
          <p:cNvSpPr/>
          <p:nvPr/>
        </p:nvSpPr>
        <p:spPr>
          <a:xfrm>
            <a:off x="7609748" y="3478113"/>
            <a:ext cx="347176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24" b="1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it home</a:t>
            </a:r>
            <a:endParaRPr lang="en-US" sz="1824" dirty="0"/>
          </a:p>
        </p:txBody>
      </p:sp>
      <p:sp>
        <p:nvSpPr>
          <p:cNvPr id="12" name="Text 10"/>
          <p:cNvSpPr/>
          <p:nvPr/>
        </p:nvSpPr>
        <p:spPr>
          <a:xfrm>
            <a:off x="7609748" y="3900454"/>
            <a:ext cx="3250833" cy="550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44" dirty="0">
                <a:solidFill>
                  <a:srgbClr val="4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double polaroid strip composites on canvas and downloads as a crisp PNG.</a:t>
            </a:r>
            <a:endParaRPr lang="en-US" sz="13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53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0287" y="1178058"/>
            <a:ext cx="1095117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spc="184" kern="0" dirty="0">
                <a:solidFill>
                  <a:srgbClr val="FEC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WHAT'S INSIDE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810287" y="1522182"/>
            <a:ext cx="10951171" cy="52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4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FEEL LIKE THE REAL THING</a:t>
            </a:r>
            <a:endParaRPr lang="en-US" sz="3648" dirty="0"/>
          </a:p>
        </p:txBody>
      </p:sp>
      <p:sp>
        <p:nvSpPr>
          <p:cNvPr id="4" name="Shape 2"/>
          <p:cNvSpPr/>
          <p:nvPr/>
        </p:nvSpPr>
        <p:spPr>
          <a:xfrm>
            <a:off x="810287" y="2374306"/>
            <a:ext cx="4071607" cy="1369880"/>
          </a:xfrm>
          <a:prstGeom prst="roundRect">
            <a:avLst>
              <a:gd name="adj" fmla="val 1246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54034" y="2618052"/>
            <a:ext cx="3942523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8" b="1" dirty="0">
                <a:solidFill>
                  <a:srgbClr val="FEC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Scalloped strip</a:t>
            </a:r>
            <a:endParaRPr lang="en-US" sz="1728" dirty="0"/>
          </a:p>
        </p:txBody>
      </p:sp>
      <p:sp>
        <p:nvSpPr>
          <p:cNvPr id="6" name="Text 4"/>
          <p:cNvSpPr/>
          <p:nvPr/>
        </p:nvSpPr>
        <p:spPr>
          <a:xfrm>
            <a:off x="1054034" y="3006991"/>
            <a:ext cx="3691635" cy="531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strip with a tear-edge seam and an editable caption.</a:t>
            </a:r>
            <a:endParaRPr lang="en-US" sz="1296" dirty="0"/>
          </a:p>
        </p:txBody>
      </p:sp>
      <p:sp>
        <p:nvSpPr>
          <p:cNvPr id="7" name="Shape 5"/>
          <p:cNvSpPr/>
          <p:nvPr/>
        </p:nvSpPr>
        <p:spPr>
          <a:xfrm>
            <a:off x="5101332" y="2374306"/>
            <a:ext cx="4071607" cy="1369880"/>
          </a:xfrm>
          <a:prstGeom prst="roundRect">
            <a:avLst>
              <a:gd name="adj" fmla="val 1246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45079" y="2618052"/>
            <a:ext cx="3942523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8" b="1" dirty="0">
                <a:solidFill>
                  <a:srgbClr val="FEC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default</a:t>
            </a:r>
            <a:endParaRPr lang="en-US" sz="1728" dirty="0"/>
          </a:p>
        </p:txBody>
      </p:sp>
      <p:sp>
        <p:nvSpPr>
          <p:cNvPr id="9" name="Text 7"/>
          <p:cNvSpPr/>
          <p:nvPr/>
        </p:nvSpPr>
        <p:spPr>
          <a:xfrm>
            <a:off x="5345079" y="3006991"/>
            <a:ext cx="3942523" cy="284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client-side. Photos never touch a server.</a:t>
            </a:r>
            <a:endParaRPr lang="en-US" sz="1296" dirty="0"/>
          </a:p>
        </p:txBody>
      </p:sp>
      <p:sp>
        <p:nvSpPr>
          <p:cNvPr id="10" name="Shape 8"/>
          <p:cNvSpPr/>
          <p:nvPr/>
        </p:nvSpPr>
        <p:spPr>
          <a:xfrm>
            <a:off x="810287" y="3963626"/>
            <a:ext cx="4071607" cy="1369880"/>
          </a:xfrm>
          <a:prstGeom prst="roundRect">
            <a:avLst>
              <a:gd name="adj" fmla="val 1246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54034" y="4207371"/>
            <a:ext cx="3942523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8" b="1" dirty="0">
                <a:solidFill>
                  <a:srgbClr val="FEC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fallback</a:t>
            </a:r>
            <a:endParaRPr lang="en-US" sz="1728" dirty="0"/>
          </a:p>
        </p:txBody>
      </p:sp>
      <p:sp>
        <p:nvSpPr>
          <p:cNvPr id="12" name="Text 10"/>
          <p:cNvSpPr/>
          <p:nvPr/>
        </p:nvSpPr>
        <p:spPr>
          <a:xfrm>
            <a:off x="1054034" y="4596310"/>
            <a:ext cx="3691635" cy="531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camera? Upload three photos through the same flow.</a:t>
            </a:r>
            <a:endParaRPr lang="en-US" sz="1296" dirty="0"/>
          </a:p>
        </p:txBody>
      </p:sp>
      <p:sp>
        <p:nvSpPr>
          <p:cNvPr id="13" name="Shape 11"/>
          <p:cNvSpPr/>
          <p:nvPr/>
        </p:nvSpPr>
        <p:spPr>
          <a:xfrm>
            <a:off x="5101332" y="3963626"/>
            <a:ext cx="4071607" cy="1369880"/>
          </a:xfrm>
          <a:prstGeom prst="roundRect">
            <a:avLst>
              <a:gd name="adj" fmla="val 1246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45079" y="4207371"/>
            <a:ext cx="3942523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8" b="1" dirty="0">
                <a:solidFill>
                  <a:srgbClr val="FEC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install</a:t>
            </a:r>
            <a:endParaRPr lang="en-US" sz="1728" dirty="0"/>
          </a:p>
        </p:txBody>
      </p:sp>
      <p:sp>
        <p:nvSpPr>
          <p:cNvPr id="15" name="Text 13"/>
          <p:cNvSpPr/>
          <p:nvPr/>
        </p:nvSpPr>
        <p:spPr>
          <a:xfrm>
            <a:off x="5345079" y="4596310"/>
            <a:ext cx="3691635" cy="531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in any browser tab — share a link and you're live.</a:t>
            </a:r>
            <a:endParaRPr lang="en-US" sz="12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CF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0287" y="1817357"/>
            <a:ext cx="1095117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spc="184" kern="0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BY THE NUMBERS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810287" y="2161482"/>
            <a:ext cx="10951171" cy="52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48" b="1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FOOTPRINT, BIG GRIN</a:t>
            </a:r>
            <a:endParaRPr lang="en-US" sz="3648" dirty="0"/>
          </a:p>
        </p:txBody>
      </p:sp>
      <p:sp>
        <p:nvSpPr>
          <p:cNvPr id="4" name="Shape 2"/>
          <p:cNvSpPr/>
          <p:nvPr/>
        </p:nvSpPr>
        <p:spPr>
          <a:xfrm>
            <a:off x="810287" y="3013604"/>
            <a:ext cx="3155983" cy="1680435"/>
          </a:xfrm>
          <a:prstGeom prst="roundRect">
            <a:avLst>
              <a:gd name="adj" fmla="val 11608"/>
            </a:avLst>
          </a:prstGeom>
          <a:solidFill>
            <a:srgbClr val="0153B3"/>
          </a:solidFill>
          <a:ln/>
        </p:spPr>
      </p:sp>
      <p:sp>
        <p:nvSpPr>
          <p:cNvPr id="5" name="Text 3"/>
          <p:cNvSpPr/>
          <p:nvPr/>
        </p:nvSpPr>
        <p:spPr>
          <a:xfrm>
            <a:off x="1102816" y="3306135"/>
            <a:ext cx="28280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6" b="1" spc="148" kern="0" dirty="0">
                <a:solidFill>
                  <a:srgbClr val="FEC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056" dirty="0"/>
          </a:p>
        </p:txBody>
      </p:sp>
      <p:sp>
        <p:nvSpPr>
          <p:cNvPr id="6" name="Text 4"/>
          <p:cNvSpPr/>
          <p:nvPr/>
        </p:nvSpPr>
        <p:spPr>
          <a:xfrm>
            <a:off x="1102816" y="3594034"/>
            <a:ext cx="2828016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02816" y="4221593"/>
            <a:ext cx="2828016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 per strip</a:t>
            </a:r>
            <a:endParaRPr lang="en-US" sz="1248" dirty="0"/>
          </a:p>
        </p:txBody>
      </p:sp>
      <p:sp>
        <p:nvSpPr>
          <p:cNvPr id="8" name="Shape 6"/>
          <p:cNvSpPr/>
          <p:nvPr/>
        </p:nvSpPr>
        <p:spPr>
          <a:xfrm>
            <a:off x="4210017" y="3013604"/>
            <a:ext cx="3155983" cy="1680435"/>
          </a:xfrm>
          <a:prstGeom prst="roundRect">
            <a:avLst>
              <a:gd name="adj" fmla="val 11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153B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2547" y="3306135"/>
            <a:ext cx="28280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6" b="1" spc="148" kern="0" dirty="0">
                <a:solidFill>
                  <a:srgbClr val="4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1056" dirty="0"/>
          </a:p>
        </p:txBody>
      </p:sp>
      <p:sp>
        <p:nvSpPr>
          <p:cNvPr id="10" name="Text 8"/>
          <p:cNvSpPr/>
          <p:nvPr/>
        </p:nvSpPr>
        <p:spPr>
          <a:xfrm>
            <a:off x="4502547" y="3594034"/>
            <a:ext cx="2828016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02547" y="4221593"/>
            <a:ext cx="2828016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48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looks</a:t>
            </a:r>
            <a:endParaRPr lang="en-US" sz="1248" dirty="0"/>
          </a:p>
        </p:txBody>
      </p:sp>
      <p:sp>
        <p:nvSpPr>
          <p:cNvPr id="12" name="Shape 10"/>
          <p:cNvSpPr/>
          <p:nvPr/>
        </p:nvSpPr>
        <p:spPr>
          <a:xfrm>
            <a:off x="7609748" y="3013604"/>
            <a:ext cx="3156149" cy="1680435"/>
          </a:xfrm>
          <a:prstGeom prst="roundRect">
            <a:avLst>
              <a:gd name="adj" fmla="val 11608"/>
            </a:avLst>
          </a:prstGeom>
          <a:solidFill>
            <a:srgbClr val="0153B3"/>
          </a:solidFill>
          <a:ln/>
        </p:spPr>
      </p:sp>
      <p:sp>
        <p:nvSpPr>
          <p:cNvPr id="13" name="Text 11"/>
          <p:cNvSpPr/>
          <p:nvPr/>
        </p:nvSpPr>
        <p:spPr>
          <a:xfrm>
            <a:off x="7902278" y="3306135"/>
            <a:ext cx="28281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6" b="1" spc="148" kern="0" dirty="0">
                <a:solidFill>
                  <a:srgbClr val="FEC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056" dirty="0"/>
          </a:p>
        </p:txBody>
      </p:sp>
      <p:sp>
        <p:nvSpPr>
          <p:cNvPr id="14" name="Text 12"/>
          <p:cNvSpPr/>
          <p:nvPr/>
        </p:nvSpPr>
        <p:spPr>
          <a:xfrm>
            <a:off x="7902278" y="3594034"/>
            <a:ext cx="2828198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902278" y="4221593"/>
            <a:ext cx="2828198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uploaded</a:t>
            </a:r>
            <a:endParaRPr lang="en-US" sz="124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53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8786" y="1928482"/>
            <a:ext cx="253861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spc="207" kern="0" dirty="0">
                <a:solidFill>
                  <a:srgbClr val="FEC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READY WHEN YOU ARE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1712417" y="2321389"/>
            <a:ext cx="8151350" cy="72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184" b="1" dirty="0">
                <a:solidFill>
                  <a:srgbClr val="FECF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a tab. Start smiling.</a:t>
            </a:r>
            <a:endParaRPr lang="en-US" sz="5184" dirty="0"/>
          </a:p>
        </p:txBody>
      </p:sp>
      <p:sp>
        <p:nvSpPr>
          <p:cNvPr id="4" name="Text 2"/>
          <p:cNvSpPr/>
          <p:nvPr/>
        </p:nvSpPr>
        <p:spPr>
          <a:xfrm>
            <a:off x="2814378" y="3207576"/>
            <a:ext cx="5947427" cy="65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32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Bystander Studio is ready to drop into your site, event page, or kiosk today.</a:t>
            </a:r>
            <a:endParaRPr lang="en-US" sz="1632" dirty="0"/>
          </a:p>
        </p:txBody>
      </p:sp>
      <p:sp>
        <p:nvSpPr>
          <p:cNvPr id="5" name="Shape 3"/>
          <p:cNvSpPr/>
          <p:nvPr/>
        </p:nvSpPr>
        <p:spPr>
          <a:xfrm>
            <a:off x="5034525" y="4121548"/>
            <a:ext cx="1506967" cy="461367"/>
          </a:xfrm>
          <a:prstGeom prst="roundRect">
            <a:avLst>
              <a:gd name="adj" fmla="val 50000"/>
            </a:avLst>
          </a:prstGeom>
          <a:solidFill>
            <a:srgbClr val="FECF02"/>
          </a:solidFill>
          <a:ln w="10583">
            <a:solidFill>
              <a:srgbClr val="FECF0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4658" y="4246432"/>
            <a:ext cx="1066701" cy="24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spc="11" kern="0" dirty="0">
                <a:solidFill>
                  <a:srgbClr val="015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booth</a:t>
            </a:r>
            <a:endParaRPr lang="en-US" sz="11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516279">
            <a:off x="-2120380" y="2327184"/>
            <a:ext cx="4278959" cy="42789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340904"/>
            <a:ext cx="11576183" cy="170656"/>
          </a:xfrm>
          <a:prstGeom prst="rect">
            <a:avLst/>
          </a:prstGeom>
          <a:solidFill>
            <a:srgbClr val="FECF0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2026-06-17T10:48:57Z</dcterms:created>
  <dcterms:modified xsi:type="dcterms:W3CDTF">2026-06-17T10:48:57Z</dcterms:modified>
</cp:coreProperties>
</file>